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768CBD-1D54-4FD8-9535-A6E692DC0B64}" v="12" dt="2026-10-29T23:07:33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7" d="100"/>
          <a:sy n="67" d="100"/>
        </p:scale>
        <p:origin x="58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vatore Tanelli" userId="9ff86775-5430-4d45-8a3a-c03297894c78" providerId="ADAL" clId="{D8E9A0CB-B4A6-4058-81D9-150C5E892AD5}"/>
    <pc:docChg chg="addSld modSld">
      <pc:chgData name="Salvatore Tanelli" userId="9ff86775-5430-4d45-8a3a-c03297894c78" providerId="ADAL" clId="{D8E9A0CB-B4A6-4058-81D9-150C5E892AD5}" dt="2026-10-29T20:33:54.797" v="11"/>
      <pc:docMkLst>
        <pc:docMk/>
      </pc:docMkLst>
      <pc:sldChg chg="addSp delSp modSp">
        <pc:chgData name="Salvatore Tanelli" userId="9ff86775-5430-4d45-8a3a-c03297894c78" providerId="ADAL" clId="{D8E9A0CB-B4A6-4058-81D9-150C5E892AD5}" dt="2026-10-29T14:44:57.679" v="1"/>
        <pc:sldMkLst>
          <pc:docMk/>
          <pc:sldMk cId="4096046551" sldId="256"/>
        </pc:sldMkLst>
        <pc:spChg chg="add del mod">
          <ac:chgData name="Salvatore Tanelli" userId="9ff86775-5430-4d45-8a3a-c03297894c78" providerId="ADAL" clId="{D8E9A0CB-B4A6-4058-81D9-150C5E892AD5}" dt="2026-10-29T14:44:57.679" v="1"/>
          <ac:spMkLst>
            <pc:docMk/>
            <pc:sldMk cId="4096046551" sldId="256"/>
            <ac:spMk id="5" creationId="{92CF6CCE-87E6-FD74-2035-31A4CC31D3E2}"/>
          </ac:spMkLst>
        </pc:spChg>
      </pc:sldChg>
      <pc:sldChg chg="addSp delSp modSp">
        <pc:chgData name="Salvatore Tanelli" userId="9ff86775-5430-4d45-8a3a-c03297894c78" providerId="ADAL" clId="{D8E9A0CB-B4A6-4058-81D9-150C5E892AD5}" dt="2026-10-29T17:25:36.927" v="4"/>
        <pc:sldMkLst>
          <pc:docMk/>
          <pc:sldMk cId="2689763080" sldId="257"/>
        </pc:sldMkLst>
        <pc:spChg chg="add del mod">
          <ac:chgData name="Salvatore Tanelli" userId="9ff86775-5430-4d45-8a3a-c03297894c78" providerId="ADAL" clId="{D8E9A0CB-B4A6-4058-81D9-150C5E892AD5}" dt="2026-10-29T17:25:36.927" v="4"/>
          <ac:spMkLst>
            <pc:docMk/>
            <pc:sldMk cId="2689763080" sldId="257"/>
            <ac:spMk id="44" creationId="{56AA71FE-89F6-3ACE-D9CB-7CB66CC443C6}"/>
          </ac:spMkLst>
        </pc:spChg>
        <pc:cxnChg chg="mod">
          <ac:chgData name="Salvatore Tanelli" userId="9ff86775-5430-4d45-8a3a-c03297894c78" providerId="ADAL" clId="{D8E9A0CB-B4A6-4058-81D9-150C5E892AD5}" dt="2026-10-29T17:23:53.453" v="2"/>
          <ac:cxnSpMkLst>
            <pc:docMk/>
            <pc:sldMk cId="2689763080" sldId="257"/>
            <ac:cxnSpMk id="23" creationId="{6381EBEA-8992-2776-92EC-40D6727E48C2}"/>
          </ac:cxnSpMkLst>
        </pc:cxnChg>
      </pc:sldChg>
      <pc:sldChg chg="addSp modSp add">
        <pc:chgData name="Salvatore Tanelli" userId="9ff86775-5430-4d45-8a3a-c03297894c78" providerId="ADAL" clId="{D8E9A0CB-B4A6-4058-81D9-150C5E892AD5}" dt="2026-10-29T20:33:54.797" v="11"/>
        <pc:sldMkLst>
          <pc:docMk/>
          <pc:sldMk cId="3408834207" sldId="258"/>
        </pc:sldMkLst>
        <pc:spChg chg="mod">
          <ac:chgData name="Salvatore Tanelli" userId="9ff86775-5430-4d45-8a3a-c03297894c78" providerId="ADAL" clId="{D8E9A0CB-B4A6-4058-81D9-150C5E892AD5}" dt="2026-10-29T19:29:33.142" v="7"/>
          <ac:spMkLst>
            <pc:docMk/>
            <pc:sldMk cId="3408834207" sldId="258"/>
            <ac:spMk id="46" creationId="{92B9F723-8D6F-E85D-AFF4-39DBB010E365}"/>
          </ac:spMkLst>
        </pc:spChg>
        <pc:spChg chg="mod">
          <ac:chgData name="Salvatore Tanelli" userId="9ff86775-5430-4d45-8a3a-c03297894c78" providerId="ADAL" clId="{D8E9A0CB-B4A6-4058-81D9-150C5E892AD5}" dt="2026-10-29T20:33:54.797" v="11"/>
          <ac:spMkLst>
            <pc:docMk/>
            <pc:sldMk cId="3408834207" sldId="258"/>
            <ac:spMk id="60" creationId="{6711104D-43A5-0B2C-8D27-2D15613B7122}"/>
          </ac:spMkLst>
        </pc:spChg>
        <pc:spChg chg="add mod">
          <ac:chgData name="Salvatore Tanelli" userId="9ff86775-5430-4d45-8a3a-c03297894c78" providerId="ADAL" clId="{D8E9A0CB-B4A6-4058-81D9-150C5E892AD5}" dt="2026-10-29T20:19:29.863" v="9" actId="571"/>
          <ac:spMkLst>
            <pc:docMk/>
            <pc:sldMk cId="3408834207" sldId="258"/>
            <ac:spMk id="111" creationId="{7D65634D-BB9A-88F7-4AA5-E8DF73CCDD06}"/>
          </ac:spMkLst>
        </pc:spChg>
        <pc:picChg chg="add mod">
          <ac:chgData name="Salvatore Tanelli" userId="9ff86775-5430-4d45-8a3a-c03297894c78" providerId="ADAL" clId="{D8E9A0CB-B4A6-4058-81D9-150C5E892AD5}" dt="2026-10-29T19:16:47.862" v="6" actId="931"/>
          <ac:picMkLst>
            <pc:docMk/>
            <pc:sldMk cId="3408834207" sldId="258"/>
            <ac:picMk id="49" creationId="{27C25A5A-ED6B-261A-A42D-F34291E0DAF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9F1EE-7CFF-BEED-9119-CA5B5CEF6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09CA9-CD04-60EB-5242-38F008098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3CED-2829-9C5A-5CFB-C8CFF58D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8670B-40CE-8638-B107-0B06F1CB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252CF-48B7-CCEA-2C5D-063039FF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4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1ED7-2668-9BBD-7959-0FFE76EF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B4918-3C73-8597-EA0F-09ABC3097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645FF-785C-F410-B23C-E54016ED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F8CA8-95F5-2A5B-A701-370541AB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C9A4A-C20F-DFCA-2AC7-46FA3FC7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7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1D56-C349-C423-77DA-68A08A085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401D9-6AC3-C574-0BF8-F42E930E3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2D87-1E22-9C6B-03B1-4DC0C1E9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43306-C5A0-6459-717F-D8343DFCF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405A2-9900-51D2-A2F8-D7EE91168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03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19A35-DA0D-73A7-AA78-54B93423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E0B0F-C6CD-C4F2-80CA-2C4729B4E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7AA70-B395-4F3A-3487-8F419EB5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1ADFE-DEBC-4505-106A-A9668416E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AD288-3A59-0B16-9165-359F363F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99B49-32F3-A893-C49D-264DA766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5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A1C1-6C7A-30E7-E31B-373F31E9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28810-D231-7472-1BC7-721E1AF2C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99BE1-8E57-B90B-D3EA-9B18E235D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33649-A43B-CCFA-5478-77FA4F5F8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AA5AB-E9C3-76EA-A085-D96420F0D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FAE3A-8089-CAC9-B756-CA671A18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2E195-1124-7675-316F-DDA5138D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C7A22-C19E-B4E3-A6C9-26DAA447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8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5036-6A0E-DC0A-E67C-B55057FB1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0E21F4-CA93-3AFA-EF03-63DE1685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6C487-B7EF-9974-7479-D26F13726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1C4D3-3CB3-3850-D87B-214C09AD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6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12D386-2B94-A2DC-5196-F1A590901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B52DF-CDAF-CC53-A2B4-E0A698F6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2B24A-BE70-72FC-75C2-CBBBFD05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2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0B92-BE5A-172E-2D71-27B4D7523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35E9-EBB4-E192-9F92-E6228FC6D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F2506-3367-A800-8C06-666585F46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83E21-F620-B0ED-6C90-F9E45547B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125FC-CE9D-D67D-7ACE-C07ADD71E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51B16-1FB7-E564-4A03-3A9DA5E7A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5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19A2-2665-085D-6A9A-DE2B65E5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4107D-15D5-DBA6-B720-B912C6C448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CD2CF-BC75-937B-08EA-1765B20E8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187AD-85C9-5464-2D08-E81595F1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86356-8644-32D7-98EE-31C8EA0D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DB2DB-9858-EC47-47F8-6F606B23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0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2AFC-D2FA-87F0-477E-51802BB2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2CF5B-B67C-4F21-0A4D-0C6068185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B3E6B-0E46-76CE-9482-58311FDC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63C1E-0B38-E0DB-AE9B-F5AC979E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0BFA0-B88E-6602-B133-B57BC4B3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8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3E3670-6B26-1E24-E88E-CAC71983E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D3563-AEA6-AB04-DF40-BE9AB69CE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9DCC3-44DE-50ED-C84F-50837C4F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7665F-52A1-7FAE-E79E-61485023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4B820-FBF7-08AE-A060-FA3789219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9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9DD300-9C0C-3EC2-384A-F76A53D4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408CD-869F-FAA4-67C4-5046FF046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6A372-2FEF-72FD-0A3B-C0C3CF678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CA8F2-926B-4B0D-85A8-06178603B06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71EB3-420E-A143-6355-95015B06D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305A4-D703-3ECC-4DB2-C3388C843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997C3-23B6-43FA-A5B2-51C1330F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8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7E5FD72-65B3-6A7D-8A6D-28A9CA353F1F}"/>
              </a:ext>
            </a:extLst>
          </p:cNvPr>
          <p:cNvSpPr/>
          <p:nvPr/>
        </p:nvSpPr>
        <p:spPr>
          <a:xfrm>
            <a:off x="808371" y="1097755"/>
            <a:ext cx="10570369" cy="2859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Payload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8381F2-80EB-6E83-7C44-FA5B2E2D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75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General Encoding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83A175-4E02-0D44-2BC2-0AF78E4FC54F}"/>
              </a:ext>
            </a:extLst>
          </p:cNvPr>
          <p:cNvSpPr/>
          <p:nvPr/>
        </p:nvSpPr>
        <p:spPr>
          <a:xfrm>
            <a:off x="1928155" y="1474788"/>
            <a:ext cx="8330803" cy="16065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Avionics 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3FF10-A6F0-CB49-F39C-EB0918AE35BA}"/>
              </a:ext>
            </a:extLst>
          </p:cNvPr>
          <p:cNvSpPr/>
          <p:nvPr/>
        </p:nvSpPr>
        <p:spPr>
          <a:xfrm>
            <a:off x="2071421" y="1994693"/>
            <a:ext cx="13716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Data Acquisition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(Sensors)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F433C9-BDC4-96AF-0666-96DB6DC6300F}"/>
              </a:ext>
            </a:extLst>
          </p:cNvPr>
          <p:cNvSpPr/>
          <p:nvPr/>
        </p:nvSpPr>
        <p:spPr>
          <a:xfrm>
            <a:off x="3737144" y="1994693"/>
            <a:ext cx="1371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CRC Computation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C128CE-36AE-9364-00FC-F13AD479A419}"/>
              </a:ext>
            </a:extLst>
          </p:cNvPr>
          <p:cNvSpPr/>
          <p:nvPr/>
        </p:nvSpPr>
        <p:spPr>
          <a:xfrm>
            <a:off x="5407756" y="1994693"/>
            <a:ext cx="1371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Desired Encoding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AD6213-7458-23E9-950D-48F51C7B7A28}"/>
              </a:ext>
            </a:extLst>
          </p:cNvPr>
          <p:cNvSpPr/>
          <p:nvPr/>
        </p:nvSpPr>
        <p:spPr>
          <a:xfrm>
            <a:off x="7078367" y="1994693"/>
            <a:ext cx="1371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Data Shuffling and Randomizing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2A5672-27D9-B865-A117-5D10E060F642}"/>
              </a:ext>
            </a:extLst>
          </p:cNvPr>
          <p:cNvSpPr/>
          <p:nvPr/>
        </p:nvSpPr>
        <p:spPr>
          <a:xfrm>
            <a:off x="8748979" y="1994693"/>
            <a:ext cx="1371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Data Framing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B803AA-A284-FE71-EBFF-6BB7BCD79659}"/>
              </a:ext>
            </a:extLst>
          </p:cNvPr>
          <p:cNvSpPr/>
          <p:nvPr/>
        </p:nvSpPr>
        <p:spPr>
          <a:xfrm>
            <a:off x="4244382" y="3519487"/>
            <a:ext cx="3698348" cy="338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Telemetry Board + Antenna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381EBEA-8992-2776-92EC-40D6727E48C2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443021" y="2451893"/>
            <a:ext cx="2941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57113B-7ACF-E4BC-0A6E-8D6920C0CDD7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5108744" y="2451893"/>
            <a:ext cx="2990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8A05CD-BC2F-F971-CAD0-77E0B2A15C4B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6779356" y="2451893"/>
            <a:ext cx="2990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F511F9-2C63-5EA1-AC66-BB48C7A3E916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8449967" y="2451893"/>
            <a:ext cx="2990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92486A0-D5CD-1E2B-0ED7-6012A0A945A6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rot="5400000">
            <a:off x="7458971" y="1543679"/>
            <a:ext cx="610394" cy="33412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F08185FD-D771-EB8F-0C20-1898978FE003}"/>
              </a:ext>
            </a:extLst>
          </p:cNvPr>
          <p:cNvSpPr/>
          <p:nvPr/>
        </p:nvSpPr>
        <p:spPr>
          <a:xfrm>
            <a:off x="4244381" y="4860528"/>
            <a:ext cx="3698348" cy="338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Telemetry Board + Antenna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0195D1C-52DE-6768-E1FE-425665537C8B}"/>
              </a:ext>
            </a:extLst>
          </p:cNvPr>
          <p:cNvCxnSpPr>
            <a:cxnSpLocks/>
            <a:stCxn id="21" idx="2"/>
            <a:endCxn id="46" idx="0"/>
          </p:cNvCxnSpPr>
          <p:nvPr/>
        </p:nvCxnSpPr>
        <p:spPr>
          <a:xfrm flipH="1">
            <a:off x="6093555" y="3957638"/>
            <a:ext cx="1" cy="902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76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968A-56BB-6F16-55EA-BB9B70D2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F4D3FB-59F4-B1F6-C6DF-9D48D0059AE7}"/>
              </a:ext>
            </a:extLst>
          </p:cNvPr>
          <p:cNvSpPr/>
          <p:nvPr/>
        </p:nvSpPr>
        <p:spPr>
          <a:xfrm>
            <a:off x="732171" y="3945734"/>
            <a:ext cx="10570369" cy="2097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Ground Station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001D347-25AF-B1FA-985F-9C2ADDCA31B9}"/>
              </a:ext>
            </a:extLst>
          </p:cNvPr>
          <p:cNvSpPr/>
          <p:nvPr/>
        </p:nvSpPr>
        <p:spPr>
          <a:xfrm>
            <a:off x="3861594" y="4279107"/>
            <a:ext cx="7168358" cy="15850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Laptop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D39000-196F-4741-9312-6B9692AA3ABC}"/>
              </a:ext>
            </a:extLst>
          </p:cNvPr>
          <p:cNvSpPr/>
          <p:nvPr/>
        </p:nvSpPr>
        <p:spPr>
          <a:xfrm>
            <a:off x="732171" y="640556"/>
            <a:ext cx="10570369" cy="2489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Payload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B5DED-C2DA-520B-FFA3-611D1B46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71" y="365125"/>
            <a:ext cx="10515600" cy="275431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Encoding and Decoding Design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D5B04B-E0D9-4EA9-4AF3-7D1155086BC4}"/>
              </a:ext>
            </a:extLst>
          </p:cNvPr>
          <p:cNvSpPr/>
          <p:nvPr/>
        </p:nvSpPr>
        <p:spPr>
          <a:xfrm>
            <a:off x="1746250" y="922536"/>
            <a:ext cx="8409862" cy="1439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Avionics 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EEF9E4-ED05-C2DE-8BA6-B94D42BF09E1}"/>
              </a:ext>
            </a:extLst>
          </p:cNvPr>
          <p:cNvSpPr/>
          <p:nvPr/>
        </p:nvSpPr>
        <p:spPr>
          <a:xfrm>
            <a:off x="1934289" y="1280916"/>
            <a:ext cx="13716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Data Acquisition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(Sensors)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AA84B3-9C64-68C7-4AD2-BCBA383ED9DA}"/>
              </a:ext>
            </a:extLst>
          </p:cNvPr>
          <p:cNvSpPr/>
          <p:nvPr/>
        </p:nvSpPr>
        <p:spPr>
          <a:xfrm>
            <a:off x="3600012" y="1280916"/>
            <a:ext cx="1371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CRC Computation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709F63-4F70-D66F-3025-C3444A304914}"/>
              </a:ext>
            </a:extLst>
          </p:cNvPr>
          <p:cNvSpPr/>
          <p:nvPr/>
        </p:nvSpPr>
        <p:spPr>
          <a:xfrm>
            <a:off x="5270624" y="1280916"/>
            <a:ext cx="1371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Desired Encoding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C1F047-2AE8-8BDE-B739-E159C7C4A5F3}"/>
              </a:ext>
            </a:extLst>
          </p:cNvPr>
          <p:cNvSpPr/>
          <p:nvPr/>
        </p:nvSpPr>
        <p:spPr>
          <a:xfrm>
            <a:off x="6941235" y="1280916"/>
            <a:ext cx="1371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Data Interleaving/  Randomizing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93AF56-CA0B-101D-9A77-4AE4E251A49C}"/>
              </a:ext>
            </a:extLst>
          </p:cNvPr>
          <p:cNvSpPr/>
          <p:nvPr/>
        </p:nvSpPr>
        <p:spPr>
          <a:xfrm>
            <a:off x="8611847" y="1280916"/>
            <a:ext cx="1371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Data Framing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1065D4-A30E-51E6-B65B-EA3683D5E448}"/>
              </a:ext>
            </a:extLst>
          </p:cNvPr>
          <p:cNvSpPr/>
          <p:nvPr/>
        </p:nvSpPr>
        <p:spPr>
          <a:xfrm>
            <a:off x="4168181" y="2651722"/>
            <a:ext cx="3698348" cy="338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Telemetry Board + Antenna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C47BF6-C3B8-0A4B-1178-057FD4D880AD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305889" y="1738116"/>
            <a:ext cx="29412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3A1F7E5-D035-E1DD-EDBD-92AE69DDDA01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4971612" y="1738116"/>
            <a:ext cx="29901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C18FB4-1635-F947-F6C1-2CF2D77DA11F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6642224" y="1738116"/>
            <a:ext cx="2990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527EEE-1C80-E26E-5115-552C7D170C3E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8312835" y="1738116"/>
            <a:ext cx="29901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FF04653-C435-131E-CA30-B7397EF6E960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rot="5400000">
            <a:off x="7429298" y="783373"/>
            <a:ext cx="456406" cy="3280292"/>
          </a:xfrm>
          <a:prstGeom prst="bentConnector3">
            <a:avLst>
              <a:gd name="adj1" fmla="val 60956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92B9F723-8D6F-E85D-AFF4-39DBB010E365}"/>
              </a:ext>
            </a:extLst>
          </p:cNvPr>
          <p:cNvSpPr/>
          <p:nvPr/>
        </p:nvSpPr>
        <p:spPr>
          <a:xfrm>
            <a:off x="4168181" y="3306169"/>
            <a:ext cx="3698348" cy="5199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Channel: Noise, Fading, Doppler, etc.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6AF18E-CC32-7256-2DF3-864E062F11F4}"/>
              </a:ext>
            </a:extLst>
          </p:cNvPr>
          <p:cNvCxnSpPr>
            <a:stCxn id="19" idx="2"/>
            <a:endCxn id="46" idx="0"/>
          </p:cNvCxnSpPr>
          <p:nvPr/>
        </p:nvCxnSpPr>
        <p:spPr>
          <a:xfrm>
            <a:off x="6017355" y="2990654"/>
            <a:ext cx="0" cy="3155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C1CFCA7C-8757-F3FD-5A33-97912C3A7412}"/>
              </a:ext>
            </a:extLst>
          </p:cNvPr>
          <p:cNvSpPr/>
          <p:nvPr/>
        </p:nvSpPr>
        <p:spPr>
          <a:xfrm>
            <a:off x="3970700" y="4758636"/>
            <a:ext cx="100584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BFSK </a:t>
            </a:r>
            <a:r>
              <a:rPr lang="en-US" sz="1600" dirty="0" err="1">
                <a:solidFill>
                  <a:schemeClr val="tx1"/>
                </a:solidFill>
              </a:rPr>
              <a:t>Demod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FDBB4F-95C6-1507-3B84-AC69051D377F}"/>
              </a:ext>
            </a:extLst>
          </p:cNvPr>
          <p:cNvSpPr/>
          <p:nvPr/>
        </p:nvSpPr>
        <p:spPr>
          <a:xfrm>
            <a:off x="5152492" y="4759830"/>
            <a:ext cx="100584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Frame Syncing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711104D-43A5-0B2C-8D27-2D15613B7122}"/>
              </a:ext>
            </a:extLst>
          </p:cNvPr>
          <p:cNvSpPr/>
          <p:nvPr/>
        </p:nvSpPr>
        <p:spPr>
          <a:xfrm>
            <a:off x="6330369" y="4758637"/>
            <a:ext cx="100584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Derand/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Deintlv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68DB89E-72CA-E539-4D09-9090233CE655}"/>
              </a:ext>
            </a:extLst>
          </p:cNvPr>
          <p:cNvSpPr/>
          <p:nvPr/>
        </p:nvSpPr>
        <p:spPr>
          <a:xfrm>
            <a:off x="7508246" y="4758637"/>
            <a:ext cx="100584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Desired Decoding Process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499EA03-D675-AA89-0D15-AE1450C2FFE5}"/>
              </a:ext>
            </a:extLst>
          </p:cNvPr>
          <p:cNvSpPr/>
          <p:nvPr/>
        </p:nvSpPr>
        <p:spPr>
          <a:xfrm>
            <a:off x="8686123" y="4758637"/>
            <a:ext cx="100584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CRC Check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C239C2D-EC06-1225-0764-AB23A073E750}"/>
              </a:ext>
            </a:extLst>
          </p:cNvPr>
          <p:cNvSpPr/>
          <p:nvPr/>
        </p:nvSpPr>
        <p:spPr>
          <a:xfrm>
            <a:off x="1436761" y="4279107"/>
            <a:ext cx="2332269" cy="15850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Receiver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058E881-3ABC-6D2E-8BDE-7B54DCB4028C}"/>
              </a:ext>
            </a:extLst>
          </p:cNvPr>
          <p:cNvSpPr/>
          <p:nvPr/>
        </p:nvSpPr>
        <p:spPr>
          <a:xfrm>
            <a:off x="1648667" y="4758637"/>
            <a:ext cx="9144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50" dirty="0">
                <a:solidFill>
                  <a:schemeClr val="tx1"/>
                </a:solidFill>
              </a:rPr>
              <a:t>Antenna + LNA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724E425-A0C7-894C-E109-19E2E9A5626F}"/>
              </a:ext>
            </a:extLst>
          </p:cNvPr>
          <p:cNvSpPr/>
          <p:nvPr/>
        </p:nvSpPr>
        <p:spPr>
          <a:xfrm>
            <a:off x="2735287" y="4758636"/>
            <a:ext cx="9144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SDR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F58D8D2C-4A62-0C27-2C6A-CFF3A468CA29}"/>
              </a:ext>
            </a:extLst>
          </p:cNvPr>
          <p:cNvCxnSpPr>
            <a:cxnSpLocks/>
            <a:stCxn id="46" idx="1"/>
          </p:cNvCxnSpPr>
          <p:nvPr/>
        </p:nvCxnSpPr>
        <p:spPr>
          <a:xfrm rot="10800000" flipV="1">
            <a:off x="2483219" y="3566121"/>
            <a:ext cx="1684962" cy="1192515"/>
          </a:xfrm>
          <a:prstGeom prst="bentConnector3">
            <a:avLst>
              <a:gd name="adj1" fmla="val 100029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CBD2FD7-3486-562A-5B7F-6B6828C49036}"/>
              </a:ext>
            </a:extLst>
          </p:cNvPr>
          <p:cNvCxnSpPr>
            <a:stCxn id="118" idx="3"/>
            <a:endCxn id="127" idx="1"/>
          </p:cNvCxnSpPr>
          <p:nvPr/>
        </p:nvCxnSpPr>
        <p:spPr>
          <a:xfrm flipV="1">
            <a:off x="2563067" y="5215836"/>
            <a:ext cx="172220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603E3B3-6465-DF8C-0526-6E97AA27A5CA}"/>
              </a:ext>
            </a:extLst>
          </p:cNvPr>
          <p:cNvCxnSpPr>
            <a:stCxn id="127" idx="3"/>
            <a:endCxn id="55" idx="1"/>
          </p:cNvCxnSpPr>
          <p:nvPr/>
        </p:nvCxnSpPr>
        <p:spPr>
          <a:xfrm>
            <a:off x="3649687" y="5215836"/>
            <a:ext cx="32101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5363EF8-0E67-F0DE-E1A7-30D314BC0B85}"/>
              </a:ext>
            </a:extLst>
          </p:cNvPr>
          <p:cNvCxnSpPr>
            <a:stCxn id="55" idx="3"/>
            <a:endCxn id="58" idx="1"/>
          </p:cNvCxnSpPr>
          <p:nvPr/>
        </p:nvCxnSpPr>
        <p:spPr>
          <a:xfrm>
            <a:off x="4976540" y="5215836"/>
            <a:ext cx="175952" cy="119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B3AD31E-519F-E1DF-D1B8-016E0D40E25A}"/>
              </a:ext>
            </a:extLst>
          </p:cNvPr>
          <p:cNvCxnSpPr>
            <a:stCxn id="58" idx="3"/>
            <a:endCxn id="60" idx="1"/>
          </p:cNvCxnSpPr>
          <p:nvPr/>
        </p:nvCxnSpPr>
        <p:spPr>
          <a:xfrm flipV="1">
            <a:off x="6158332" y="5215837"/>
            <a:ext cx="172037" cy="11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4688C3A4-F6F4-7E93-A2B0-A0AB47DC74E3}"/>
              </a:ext>
            </a:extLst>
          </p:cNvPr>
          <p:cNvCxnSpPr>
            <a:stCxn id="60" idx="3"/>
            <a:endCxn id="62" idx="1"/>
          </p:cNvCxnSpPr>
          <p:nvPr/>
        </p:nvCxnSpPr>
        <p:spPr>
          <a:xfrm>
            <a:off x="7336209" y="5215837"/>
            <a:ext cx="17203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0D37E3A-F9EB-643E-CB08-7967E938CE4D}"/>
              </a:ext>
            </a:extLst>
          </p:cNvPr>
          <p:cNvCxnSpPr>
            <a:stCxn id="62" idx="3"/>
            <a:endCxn id="64" idx="1"/>
          </p:cNvCxnSpPr>
          <p:nvPr/>
        </p:nvCxnSpPr>
        <p:spPr>
          <a:xfrm>
            <a:off x="8514086" y="5215837"/>
            <a:ext cx="17203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580EE5B-75C8-C0A0-3152-CBBBB6A8248A}"/>
              </a:ext>
            </a:extLst>
          </p:cNvPr>
          <p:cNvSpPr/>
          <p:nvPr/>
        </p:nvSpPr>
        <p:spPr>
          <a:xfrm>
            <a:off x="9858037" y="4758636"/>
            <a:ext cx="100584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Data Unpack </a:t>
            </a: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4DC1D888-E9E9-85D3-9C39-28F420F73575}"/>
              </a:ext>
            </a:extLst>
          </p:cNvPr>
          <p:cNvCxnSpPr>
            <a:stCxn id="64" idx="3"/>
            <a:endCxn id="194" idx="1"/>
          </p:cNvCxnSpPr>
          <p:nvPr/>
        </p:nvCxnSpPr>
        <p:spPr>
          <a:xfrm flipV="1">
            <a:off x="9691963" y="5215836"/>
            <a:ext cx="166074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83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90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General Encoding Design</vt:lpstr>
      <vt:lpstr>Encoding and Decoding Design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Salvatore Tanelli</dc:creator>
  <cp:lastModifiedBy>Salvatore Tanelli</cp:lastModifiedBy>
  <cp:revision>1</cp:revision>
  <dcterms:created xsi:type="dcterms:W3CDTF">2026-10-29T14:40:01Z</dcterms:created>
  <dcterms:modified xsi:type="dcterms:W3CDTF">2026-10-30T00:00:31Z</dcterms:modified>
</cp:coreProperties>
</file>